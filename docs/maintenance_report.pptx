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Salon Management Platform — Continuous Development &amp; Maintenance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Last 6 months (Nov 2025 - Apr 2026)</a:t>
            </a:r>
          </a:p>
          <a:p/>
          <a:p>
            <a:r>
              <a:t>Prepared by Platform &amp; Backend Team — May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Application: Salon Management Platform</a:t>
            </a:r>
          </a:p>
          <a:p>
            <a:pPr>
              <a:defRPr sz="1400"/>
            </a:pPr>
            <a:r>
              <a:t>Maintenance period: Last 6 months (Nov 2025 - Apr 2026)</a:t>
            </a:r>
          </a:p>
          <a:p>
            <a:pPr>
              <a:defRPr sz="1400"/>
            </a:pPr>
            <a:r>
              <a:t>Team: Platform &amp; Backend Team</a:t>
            </a:r>
          </a:p>
          <a:p>
            <a:pPr>
              <a:defRPr sz="1400"/>
            </a:pPr>
            <a:r>
              <a:t>Scope: Backend, infrastructure, database, API, performance, security, feature work,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Development Timeline</a:t>
            </a:r>
          </a:p>
        </p:txBody>
      </p:sp>
      <p:pic>
        <p:nvPicPr>
          <p:cNvPr id="3" name="Picture 2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1975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Stacked monthly activity: features, bug fixes, performance,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Activity &amp; Contributions</a:t>
            </a:r>
          </a:p>
        </p:txBody>
      </p:sp>
      <p:pic>
        <p:nvPicPr>
          <p:cNvPr id="3" name="Picture 2" descr="gi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1481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Each cell represents commit activity (darker = more commits). Commits include bug fixes, DB changes, refactors, and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Database Work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DB schema changes and safe data migrations</a:t>
            </a:r>
          </a:p>
          <a:p>
            <a:pPr>
              <a:defRPr sz="1400"/>
            </a:pPr>
            <a:r>
              <a:t>API contract versioning and deprecation handling</a:t>
            </a:r>
          </a:p>
          <a:p>
            <a:pPr>
              <a:defRPr sz="1400"/>
            </a:pPr>
            <a:r>
              <a:t>Query tuning and index additions (CONCURRENTLY where possible)</a:t>
            </a:r>
          </a:p>
          <a:p>
            <a:pPr>
              <a:defRPr sz="1400"/>
            </a:pPr>
            <a:r>
              <a:t>Enhanced logging, monitoring, and alerts</a:t>
            </a:r>
          </a:p>
          <a:p>
            <a:pPr>
              <a:defRPr sz="1400"/>
            </a:pPr>
            <a:r>
              <a:t>Auth hardening and token rotation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Features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Automated Booking Retry: Reduces failed bookings during transient errors — Impact: Improved reliability; fewer support tickets</a:t>
            </a:r>
          </a:p>
          <a:p>
            <a:pPr>
              <a:defRPr sz="1400"/>
            </a:pPr>
            <a:r>
              <a:t>Search Index Optimization: Faster product/service search — Impact: Better user experience; lower DB load</a:t>
            </a:r>
          </a:p>
          <a:p>
            <a:pPr>
              <a:defRPr sz="1400"/>
            </a:pPr>
            <a:r>
              <a:t>Payments Retry &amp; Idempotency: Prevents double-charges on network hiccups — Impact: Reduced payment disputes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&amp;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Ongoing bug fixes and incident response</a:t>
            </a:r>
          </a:p>
          <a:p>
            <a:pPr>
              <a:defRPr sz="1400"/>
            </a:pPr>
            <a:r>
              <a:t>Dependency and security patching</a:t>
            </a:r>
          </a:p>
          <a:p>
            <a:pPr>
              <a:defRPr sz="1400"/>
            </a:pPr>
            <a:r>
              <a:t>Refactoring for maintainability</a:t>
            </a:r>
          </a:p>
          <a:p>
            <a:pPr>
              <a:defRPr sz="1400"/>
            </a:pPr>
            <a:r>
              <a:t>Monitoring, alerting, and SLO improvements</a:t>
            </a:r>
          </a:p>
          <a:p>
            <a:pPr>
              <a:defRPr sz="1400"/>
            </a:pPr>
            <a:r>
              <a:t>Scalability &amp; capacity planning efforts</a:t>
            </a:r>
          </a:p>
          <a:p>
            <a:pPr>
              <a:defRPr sz="1400"/>
            </a:pPr>
            <a:r>
              <a:t>Automations for deployments and rollbacks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&amp; Impact</a:t>
            </a:r>
          </a:p>
        </p:txBody>
      </p:sp>
      <p:pic>
        <p:nvPicPr>
          <p:cNvPr id="3" name="Picture 2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High-level metrics including commits, deployments, bugs resolved, features shipped. Uptime: 99.97%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Backend Supports the UI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Simplified layers: Presentation → API → Services → Data &amp;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Continuous engineering reduces incidents and improves user experience over time</a:t>
            </a:r>
          </a:p>
          <a:p>
            <a:pPr>
              <a:defRPr sz="1400"/>
            </a:pPr>
            <a:r>
              <a:t>Many improvements are backend-focused and not always visible in the UI</a:t>
            </a:r>
          </a:p>
          <a:p>
            <a:pPr>
              <a:defRPr sz="1400"/>
            </a:pPr>
            <a:r>
              <a:t>We prioritize reliability, scalability, security, and measurable business value</a:t>
            </a:r>
          </a:p>
          <a:p>
            <a:pPr>
              <a:defRPr sz="1400"/>
            </a:pPr>
            <a:r>
              <a:t>Next steps: continue roadmap delivery, share regular status dashboards, and measure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